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OPSPULSE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Production-Grade DevSecOps Platform &amp; Reliability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t>Presenter: Monika Bhardwaj  |  Session 21 DevOps Final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4787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t>Deployment &amp; Reliability Operations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61104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t>Automated CI/CD - Trivy Gates - Terraform AWS EKS - Helm &amp; GitOps -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7433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t>https://github.com/Monika-Bhardwaj/OpsPulse-Deployment-Reliability-Operations-Platform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2. Project Overview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Centralized tracking of cloud deployments, incidents, and service health in real time.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Solves visibility silos across microservices and multi-environment infrastructure.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Full delivery lifecycle: code to cloud through an automated, secure pipeline.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Deployment ledger with status transitions (PENDING &gt; RUNNING &gt; SUCCESS / FAILED).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Severity-ranked incident management with MTTR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3.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Frontend: React 18 + Vite, Nginx runtime, responsive CSS dashboard.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Backend: Python 3.12, FastAPI, SQLAlchemy 2.0, Alembic, Pydantic V2.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Database: PostgreSQL 16 (psycopg3 pooling); SQLite for isolated tests.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Containers: multi-stage Dockerfiles, non-root UID 10001, GHCR registry.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IaC: Terraform (VPC + EKS 1.31, ap-south-1) - K8s: Helm, Ingress, HPA, ArgoCD.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Observability: Prometheus /metrics + Grafana dashboard - CI: GitHub Actions + Trivy.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Browsers &gt; AWS Load Balancer &gt; Nginx Ingress Controller.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Path / serves the React frontend (2 replicas, port 8080).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Paths /api, /health, /metrics route to the FastAPI backend (2 replicas, port 8000).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Backend persists to PostgreSQL 16 (classroom: in-cluster PVC; prod: Amazon RDS).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Prometheus scrapes /metrics; Grafana visualizes rate, latency, errors.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HPA scales 2-6 replicas at 60% CPU; ArgoCD reconciles Git desired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5. Testing &amp;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29 backend pytest tests (health, CRUD incl. PUT/PATCH, validation, 404s, pagination, stats, metrics).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All 29 tests passing on every run.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5 frontend smoke tests + production Vite build in the pipeline test job.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Failed tests block image build, scan, and publish - quality gate enforced.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Docker Buildx builds both images tagged with the Git commit SHA (traceable).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Deploy job verifies the release on an ephemeral Kubernetes cluster.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6. DevSecOps: Trivy Security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Both images scanned with Trivy on every build: --severity HIGH,CRITICAL --exit-code 1.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Verified clean scan: 0 HIGH/CRITICAL findings (evidence in demo/evidence/).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Hardening: multi-stage builds, pip/curl removed from backend runtime, apk/apt upgrades.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Non-root UID 10001, K8s securityContext, resource limits, no committed secrets.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Pinned action SHAs, least-privilege GITHUB_TOKEN, SHA tags (never mutable latest for deploys).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7. Terraform: AWS VPC + EKS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Region ap-south-1; terraform fmt + validate pass; remote-state-safe layout.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VPC 10.20.0.0/16: 2 public subnets (load balancers) + 2 private subnets (nodes).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EKS 1.31 with managed node group (t3.medium, min 2 / max 4 / desired 2).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terraform.tfvars.example ships with zero secrets; state files git-ignored.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Cost estimate ~$70-120/mo for demo period; documented destroy checklist.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BLOCKED without credentials: apply/destroy + console evidence need AWS keys.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8. Kubernetes, Helm &amp; GitOps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Helm chart helm/opspulse: lint-clean, renders 11 resources (deployments, services, ingress, HPA, postgres, secret, PVC).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2 replicas each; ClusterIP services; ingress routes / to frontend and /api to backend.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HPA proven live on kind: 2 &gt; 6 replicas under load, scaled back to 2 after.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ArgoCD Application proven Synced + Healthy; auto-detects Git commits.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Real fixes from live runs: BACKEND_HOST env (nginx portability), wait-for-db initContainer, HPA ignoreDifferences.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9. Observability: Prometheus + 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Backend exposes Prometheus metrics at /metrics (requests, latency histogram, status codes).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Prometheus target verified UP, scraping the backend service every 10s.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Grafana provisioned with Prometheus datasource + 8-panel reliability dashboard.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Panel query sum(rate(http_requests_total[5m])) verified returning live req/s data.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Dashboard JSON committed at monitoring/grafana-dashboard.json (reproducible import).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10. Troubleshooting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Scenario A (ImagePullBackOff): invalid image reference, diagnosed via pod events.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Scenario B (selector mismatch): service with zero endpoints, fixed via label alignment.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Both executed live in an isolated namespace with captured evidence.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Bonus real incidents debugged: nginx upstream DNS crash, helm/ArgoCD ingress conflict.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Runbooks in troubleshooting/ + docs for each symptom, cause, fix, verify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6EC3"/>
                </a:solidFill>
              </a:rPr>
              <a:t>11. Verification, Limits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Locally verified: app, 34 tests, hardened images, compose stack, Helm, K8s, HPA, metrics, GitOps, CI green, GHCR push.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Blocked (no AWS keys for this assignment): EKS provisioning + console evidence.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Key learning: manifests are claims - only live cluster runs prove routing, scaling, and sync.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Security is a gate, not a badge: Trivy fails the build on HIGH/CRITICAL.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Submit: repo URL + this deck + demo video recorded per WALKTHROUGH_SCRIPT.md.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