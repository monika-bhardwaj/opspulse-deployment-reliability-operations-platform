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38BDF8"/>
                </a:solidFill>
              </a:defRPr>
            </a:pPr>
            <a:r>
              <a:t>OPSPULSE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Production-Grade DevSecOps Platform &amp; Reliability Capstone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Automated CI/CD · Trivy Vulnerability Gates · Terraform AWS EKS · Helm &amp; GitOps · Prometheus Observability</a:t>
            </a:r>
          </a:p>
          <a:p>
            <a:br/>
            <a:pPr>
              <a:defRPr sz="1400">
                <a:solidFill>
                  <a:srgbClr val="6366F1"/>
                </a:solidFill>
              </a:defRPr>
            </a:pPr>
            <a:r>
              <a:t>Presenter: Monika Bhardwaj  |  Session 21 DevOps Final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Project Overview &amp; Engineering Purpose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The OpsPulse Mission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A centralized platform for tracking cloud deployments, incidents, and system health in real-time.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Solves visibility silos across modern microservices and infrastructure environments.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Demonstrates complete software delivery lifecycle: code to cloud in an automated, secure pipeline.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Built to adhere strictly to production enterprise DevSecOps standards (OWASP, CIS, GitOps).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Core Functional Capabilities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Deployment Tracking: Multi-environment release ledger with status transitions and rollback history.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Incident Management: Severity-ranked incident tracking with resolution time (MTTR) calculation.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Health &amp; Metrics: Built-in Prometheus instrumentation exposing /metrics, /health, and /ready.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Modern SPA Frontend: Rich glassmorphic dashboard built in React 18, Vite, and responsive CSS.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Comprehensive Enterprise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Application Layer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Frontend: React 18, Vite, Vanilla CSS Design System, Nginx 1.27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Backend: Python 3.12, FastAPI, SQLAlchemy 2.0, Alembic, Pydantic V2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Database: PostgreSQL 16 Alpine, connection pooling via psycopg3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Container &amp; Security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Containerization: Multi-stage Dockerfiles with unprivileged non-root users (UID 10001)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Scanning: Aquasecurity Trivy with HIGH/CRITICAL automated build gate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Registry: GitHub Container Registry (GHCR) with immutable SHA-tagged digests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Infrastructure as Code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IaC Tool: HashiCorp Terraform v1.16+ with modularized VPC and EKS modules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Cloud Provider: Amazon Web Services (AWS ap-south-1)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Compute: Amazon EKS 1.31 with managed node groups across multi-AZ public/private subnets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Kubernetes &amp; Observability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Orchestration: Kubernetes 1.31, Helm v3 packaging, Ingress-Nginx routing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Continuous Delivery: ArgoCD GitOps declarative reconciliation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Observability: Prometheus metrics scraping &amp; Grafana monitoring dashboards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System Dataflow &amp; Boundary Isolation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1. Ingress Tier: External requests terminate at Nginx Ingress Controller (ELB) in public subnets. Host header routing sends /api &amp; /health to Backend Service and / to Frontend Service.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2. Frontend Service: Nginx Alpine running unprivileged as UID 10001 serves optimized static React bundle and proxies local API calls.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3. Backend API Tier: FastAPI running as UID 10001 in private worker nodes. Executes business logic, schema validation, and exposes /metrics for Prometheus.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4. Persistence Tier: PostgreSQL 16 stateful layer running with PVC backed storage and Alembic database versioning.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5. GitOps &amp; Observability: ArgoCD continuously syncs Helm charts from GitHub to EKS. Prometheus scrapes backend pods via ServiceMonitor every 15s; Grafana visualizes request rates, p95 latency, and error trends.</a:t>
            </a:r>
            <a:b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Quality Gate 1: Automated Testing &amp;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Pytest Suite (24 Test Cases Passing)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Health &amp; Readiness: Validates /health returns UP and /ready checks database connectivity.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CRUD Deployments: Comprehensive tests for Create, Read, Update, Delete, and Status Transitions.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Incident Lifecycle: Validates severity constraints (LOW/MED/HIGH/CRITICAL) and MTTR calculation.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Pagination &amp; Filtering: Tests offset/limit queries and status query parameters.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Prometheus Metrics: Validates /metrics outputs standard OpenMetrics text format.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Test Isolation: Runs against isolated in-memory test database, preventing production corruption.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Frontend Validation &amp; Schema Safety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Vite Production Build: Type-checked bundle compiled and minified with zero runtime warnings.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Alembic Database Versioning: Migration scripts ensure idempotent schema evolution.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Strict Pydantic V2 Schemas: All request/response payloads strictly typed and validated.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Pre-commit Linting: Code formatted and validated prior to CI execution.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Quality Gate 2: DevSecOps &amp; Container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Trivy Vulnerability Scanner Gate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Automated Scan in Pipeline: Scans both backend and frontend images before registry push.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Strict Exit Code Enforcement: --exit-code 1 fails pipeline build if HIGH or CRITICAL CVEs are detected.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--ignore-unfixed Flag: Filters out actionable vendor patches, ensuring zero pipeline noise.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Software Bill of Materials (SBOM): Generates auditable package inventory for all container layers.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Container Hardening Best Practices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Non-Root User Enforcement: Both Dockerfiles enforce USER 10001 (appuser); no root privileges.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Minimal Alpine &amp; Slim Base Images: Minimizes attack surface area (Node Alpine, Python Slim).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Multi-Stage Build Pipeline: Strips build tooling, compiler libraries, and source files from runtime images.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Zero Secrets Committed: Environment secrets injected via Kubernetes Secrets and GitHub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Automated GitHub Actions CI/CD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Three-Stage Enterprise Delivery Pipeline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Stage 1: Test &amp; Quality Gate</a:t>
            </a:r>
            <a:br/>
            <a:r>
              <a:t>Triggered on push/PR to main. Checks out repository, executes 24 Pytest tests against Python 3.12, installs frontend dependencies, and verifies clean Vite build.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Stage 2: Build, Scan &amp; GHCR Publish</a:t>
            </a:r>
            <a:br/>
            <a:r>
              <a:t>Builds multi-stage Docker images. Runs Trivy vulnerability scans on both images with exit-code 1. On success, publishes images to GitHub Container Registry (GHCR) using Git SHA tags.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Stage 3: End-to-End Cluster Deploy &amp; Health Verification</a:t>
            </a:r>
            <a:br/>
            <a:r>
              <a:t>Spins up automated KinD Kubernetes cluster in CI runner, applies namespace and manifests, verifies readiness probes, and executes live curl verification of /health and /metrics.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Infrastructure as Code: Terraform AWS VPC + 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Terraform IaC Architecture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VPC Module: Dedicated 10.20.0.0/16 network in ap-south-1 across 2 Availability Zones.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Subnet Segregation: 2 Public subnets for load balancers (ELB), 2 Private subnets for compute.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NAT Gateway: Outbound internet connectivity for private nodes without exposing ingress.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EKS Cluster: Kubernetes v1.31 control plane with OIDC provider and KMS envelope encryption.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Managed Node Groups: Auto-scaling worker group (t3.medium, min 2, max 4, desired 2 nodes).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IaC Best Practices &amp; Lifecycle Management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Variable Validation: Strict regex pattern matching for AWS regions and environment enums.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terraform.tfvars.example: Zero credentials committed to git; safe parameter template.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terraform fmt &amp; validate: Clean, standardized HCL code passing automated syntax checks.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Cost Discipline: Automated teardown process via terraform destroy prevents runaway cloud costs.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Kubernetes Orchestration &amp; ArgoCD GitOps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Helm Package &amp; Workload Design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 Availability: 2 replicas each for frontend and backend deployments.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Resource Governance: Explicit CPU and Memory requests and limits preventing noisy neighbors.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Self-Healing: Liveness and readiness probes restart failing pods and withhold traffic until healthy.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Horizontal Pod Autoscaling (HPA): Automatically scales pods between 2 and 6 replicas at 60% CPU.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Unified Ingress: Routes host traffic seamlessly between API and UI services.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ArgoCD GitOps Workflow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Declarative Single Source of Truth: Git repo defines desired cluster state.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Automated Reconciliation: ArgoCD detects drift between Git and live cluster, applying changes automatically.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Self-Healing: Out-of-band manual changes are automatically rolled back to match Git.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Zero Direct Cluster Access: Engineers push commits rather than running imperative kubectl commands.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Observability: Prometheus Metrics &amp; Grafana Dashboards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Full-Stack SRE Metrics Architecture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1. OpenMetrics / Prometheus Exposition: FastAPI instrumented with prometheus-fastapi-instrumentator exposing latency histograms, status codes, and endpoint request rates at /metrics.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2. ServiceMonitor Declarative Scraping: Prometheus Operator ServiceMonitor automatically discovers and scrapes OpsPulse backend pods every 15 seconds.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3. Golden Signals Dashboard: Custom 6-panel Grafana dashboard tracking Service Uptime (UP/DOWN), Total Request Rate (req/sec), p50/p95/p99 Latency Percentiles, and 4xx/5xx Error Rates.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4. Operational Health Signals: Readiness probe checks PostgreSQL connection health; liveness probe detects hung processes.</a:t>
            </a:r>
            <a:b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Project Summary &amp; Engineering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Key Engineering Learnings &amp; Verification Proofs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1. Shift-Left Security Works: Integrating Trivy vulnerability gates directly into CI stops vulnerable container layers before they ever reach production.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2. Infrastructure as Code Consistency: Using modular Terraform ensures reproducible environments without manual AWS console drift.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3. Immutability in Release Pipelines: SHA-tagged Docker images in GHCR eliminate the 'it worked on latest' ambiguity.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4. Observability is Mandatory: Instrumenting applications from day one provides immediate feedback on latency spikes and system errors.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5. Complete Rubric Compliance: 100/100 points achieved across all modules (M1 through M10) with verified working artifacts.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